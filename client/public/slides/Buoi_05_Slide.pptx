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LỚP, ĐỐI TƯỢNG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LẬP TRÌNH HƯỚNG ĐỐI TƯỢNG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5 giờ · Trọng tâm 22.5% đề thi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......................   · 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lập trình thủ tục và lập trình hướng đối tượng (OOP).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class, tạo object; sử dụng __init__ để khởi tạo.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thuộc tính (attribute) vs phương thức (method); dùng self đúng.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kế thừa (inheritance); sử dụng super() và override.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3 nguyên lý OOP: encapsulation, inheritance, polymorphism.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BUỔI 5 GỒM 4 PHẦN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CẦN OOP?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19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đến giới hạn — "rừng list-of-dict"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 &amp; OBJECT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__init__, self, attribute, method, __str__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KẾ THỪA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super(), override, polymorphism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ĐÁNH GIÁ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tài khoản đa dạng + trắc nghiệm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VÌ SAO CẦN OOP?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SITUATION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QUẢN LÝ 3 TÀI KHOẢN — KIỂU CŨ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Procedural — dữ liệu rời rạc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     = ["Lan", "Nam", "Hoa"]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so_du   = [100_000, 50_000, 200_000]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loai    = ["thuong", "VIP", "thuong"]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lich_su = [[], [], []]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nap(i, so):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so_du[i] += so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lich_su[i].append(("nap", so))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thấy gì khó chịu? Lặp [i] khắp nơi · dữ liệu rời rạc · thêm trường mới phải sửa nhiều chỗ."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CÁI BIẾT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 &amp; OBJECT — KHUÔN VÀ BÁNH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2743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KHUÔN BÁNH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class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thiết kế.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cấu trúc và hành vi.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97480" cy="2743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08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4612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MỖI CÁI BÁNH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5420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object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tạo từ khuôn.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cái có nội dung riêng.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97480" cy="2743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508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 NGÂN HÀNG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25420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kế thừa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8803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Vietcombank, Techcombank...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khung chung.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 &amp; OBJECT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CLASS + __INIT__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CLASS ĐẦU TIÊN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Định nghĩa lớp TaiKhoan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TaiKhoan: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ten, so_du):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self.ten = ten              # thuộc tính (attribute)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self.so_du = so_du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tk1 = TaiKhoan("Lan", 100_000)       # tạo object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tk2 = TaiKhoan("Nam", 50_000)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print(tk1.ten, tk1.so_du)            # Lan 100000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KHÁI NIỆM CỐT LÕI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     →  định nghĩa BẢN THIẾT KẾ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__init__   →  hàm chạy TỰ ĐỘNG khi tạo object (constructor)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       →  đối tượng đang được thao tác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SELF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self LÀ AI?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"Khi gọi  tk1.nap(50) ,  Python TỰ ĐỘNG dịch thành  TaiKhoan.nap(tk1, 50)"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Cùng một method, 2 object khác nhau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TaiKhoan: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nap(self, so):       # self = object đang gọi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self.so_du += so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tk1.nap(50)    # self = tk1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tk2.nap(80)    # self = tk2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self là tham số ĐẦU TIÊN của mọi method — đừng quên nó.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METHOD + __STR__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METHOD &amp; __str__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TaiKhoan đầy đủ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TaiKhoan: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ten, so_du):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self.ten = ten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self.so_du = so_du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nap(self, so):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self.so_du += so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f"TK[{self.ten}]: {self.so_du:,}đ"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tk1 = TaiKhoan("Lan", 100_000)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tk1.nap(50_000)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print(tk1)         # TK[Lan]: 150,000đ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KẾ THỪA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VẤN ĐỀ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LOẠI TÀI KHOẢN — VIẾT 2 CLASS RIÊNG?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VÃNG LAI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Không lãi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Rút bất cứ lúc nào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ten, so_du, nap, rut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TIẾT KIỆM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Có lãi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Rút trước hạn → bị phạt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ten, so_du, nap, rut + lai_suat, cong_lai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TRÙNG NHAU 80%. KẾ THỪA = tận dụng phần chung, chỉ viết phần khác.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TKTietKiem(TaiKhoan):    # ← cú pháp kế thừa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SUPER + OVERRIDE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super() + OVERRIDE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Lớp con kế thừa từ TaiKhoan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TKTietKiem(TaiKhoan):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ten, so_du, lai_suat):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super().__init__(ten, so_du)      # gọi __init__ của cha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self.lai_suat = lai_suat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cong_lai(self):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self.so_du *= (1 + self.lai_suat / 100)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rut(self, so):                    # OVERRIDE rút có phạt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phat = so * 0.01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so + phat &lt;= self.so_du: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self.so_du -= (so + phat)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3 NGUYÊN LÝ OOP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NGUYÊN LÝ CỐT LÕI CỦA OOP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27432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dữ liệu + hành vi.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chi tiết bên trong.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97480" cy="27432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con kế thừa từ cha.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sử dụng phần chung.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97480" cy="27432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554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1965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hình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tên, hành vi khác.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rut() ở vãng lai vs tiết kiệm.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ĐÁNH GIÁ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CÂY KẾ THỪA TÀI KHOẢN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TaiKhoan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743200" cy="86868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TKVangLai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nguyên xi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2743200" cy="8686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TKTietKiem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lai_suat, có phạt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743200" cy="86868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TKVIP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Lãi cao, không phạt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4228" y="1920240"/>
            <a:ext cx="9144" cy="4572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7428" y="1920240"/>
            <a:ext cx="9144" cy="4572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0628" y="1920240"/>
            <a:ext cx="9144" cy="4572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YÊU CẦU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3 đối tượng, mỗi loại 1 cái. Test các hành vi (nap, rut, cong_lai). Demo polymorphism: cùng .rut(50_000) cho 3 loại — kết quả khác nhau.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(1/2)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 nào được gọi tự động khi tạo đối tượng?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__str__          B. __init__          C. __main__          D. __del__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A:                                     in ra: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x): self.x = x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show(self): print(self.x)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A(10);  a.show()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10          B. A          C. Lỗi          D. self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(2/2)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 (DẠNG ĐỀ THI YÊU THÍCH)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TaiKhoan:                          class TKVIP(TaiKhoan):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sd):                  def nap(self, x):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self.sd = sd                            self.sd += x * 1.1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nap(self, x):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self.sd += 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TKVIP(100); t.nap(100); print(t.sd)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ĐÁP ÁN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1: B  (__init__)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2: A  (10)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3: 210.0  (VIP override nap → 100 + 100×1.1 = 210)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TỔNG KẾT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BTVN &amp; CẦU NỐI BUỔI 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VỀ NHÀ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class SinhVien (ten, mssv, danh_sach_diem) + them_diem, tinh_tb, xep_loai.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class SinhVienXuatSac kế thừa SinhVien, override xep_loai (≥9.5 mới Xuất sắc).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Đề mẫu 02 — chuyên về OOP.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 MỞ → BUỔI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"Buổi 4 ta thấy fib(40) chậm. Vì sao?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sao biết một thuật toán có nhanh không, MÀ KHÔNG cần chạy thử?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Buổi sau: Big-O — đo độ hiệu quả bằng trực giác con số."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 EM ĐÃ HOÀN THÀNH BUỔI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VÀ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HẸN GẶP LẠI BUỔI 6!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Big-O — Đo độ hiệu quả thuật toán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LỚP, ĐỐI TƯỢNG
&amp; LẬP TRÌNH HƯỚNG ĐỐI TƯỢNG</dc:title>
  <dc:subject>PptxGenJS Presentation</dc:subject>
  <dc:creator>Giảng viên KHMT</dc:creator>
  <cp:lastModifiedBy>Giảng viên KHMT</cp:lastModifiedBy>
  <cp:revision>1</cp:revision>
  <dcterms:created xsi:type="dcterms:W3CDTF">2026-05-10T10:40:08Z</dcterms:created>
  <dcterms:modified xsi:type="dcterms:W3CDTF">2026-05-10T10:40:08Z</dcterms:modified>
</cp:coreProperties>
</file>