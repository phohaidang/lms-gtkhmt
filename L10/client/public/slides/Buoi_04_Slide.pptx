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BAF737 — GIỚI THIỆU KHOA HỌC MÁY TÍNH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GIẢNG SỐ 04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1417320"/>
            <a:ext cx="4572000" cy="182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ĐỆ QUY, XỬ LÝ CHUỖI</a:t>
            </a:r>
            <a:endParaRPr lang="en-US" sz="2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&amp; LẬP TRÌNH PHÒNG THỦ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(Phần II) + Chương 4 · 5 giờ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11A40"/>
          </a:solidFill>
          <a:ln w="12700">
            <a:solidFill>
              <a:srgbClr val="111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viên: ......................   ·   Năm học 2025-2026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MỤC TIÊU BUỔI HỌC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4 ·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SAU BUỔI HỌC, SINH VIÊN CÓ THỂ...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371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phương thức chuỗi: split, join, find, replace, strip, startswith, endswith.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19659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hàm đệ quy đơn giản (giai thừa, Fibonacci) và giải thích vì sao đệ quy hoạt động.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5603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try/except để bắt lỗi runtime.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assert để xác nhận điều kiện đầu vào.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7490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traceback Python — phân biệt SyntaxError / Exception / lỗi logic.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NỘI DUNG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4 ·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BUỔI 4 GỒM 4 PHẦN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1417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XỬ LÝ CHUỖI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17190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strip, split, join, replace — làm sạch dữ liệu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40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ĐỆ QUY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24963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tự gọi chính nó — base case + recursive case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175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LẬP TRÌNH PHÒNG THỦ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32735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+ assert — không sập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94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3749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 &amp; ÔN GIỮA KỲ 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405079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+ ôn 20 câu trắc nghiệm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XỬ LÝ CHUỖI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01 · SITUATION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4 ·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CMND NÀY CÓ PHẢI LÀ 4 NGƯỜI?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Dữ liệu nhập từ khách hàng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7863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cmnds = [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 012345678901  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"012345678901",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"012-345-678-901",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"012345678901\n",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THỰC TẾ: dữ liệu LUÔN bẩn — khoảng trắng thừa, gạch nối, hoa thường lẫn.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chương trình so sánh nguyên xi → 4 chuỗi này KHÁC nhau → mất khách thật.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01 · PHƯƠNG THỨC CHUỖI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4 ·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 PHƯƠNG THỨC CHUỖI THƯỜNG DÙNG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thức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280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dụng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82296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6459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.strip()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0" y="16459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khoảng trắng đầu/cuối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16459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Lan ".strip() → "Lan"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029968"/>
            <a:ext cx="8229600" cy="384048"/>
          </a:xfrm>
          <a:prstGeom prst="rect">
            <a:avLst/>
          </a:prstGeom>
          <a:solidFill>
            <a:srgbClr val="F5F6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029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.lower() / .upper()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0" y="202996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 / thường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20299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"Lan".upper() → "LAN"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414016"/>
            <a:ext cx="82296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41401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.replace(a, b)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0" y="241401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thế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241401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"a-b".replace("-","") → "ab"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798064"/>
            <a:ext cx="8229600" cy="384048"/>
          </a:xfrm>
          <a:prstGeom prst="rect">
            <a:avLst/>
          </a:prstGeom>
          <a:solidFill>
            <a:srgbClr val="F5F6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7980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.split(s)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0" y="279806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thành list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27980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"a,b,c".split(",") → ['a','b','c']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182112"/>
            <a:ext cx="82296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1821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.join([...])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0" y="318211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Ghép list thành chuỗi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37760" y="31821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",".join(['a','b']) → "a,b"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3566160"/>
            <a:ext cx="8229600" cy="384048"/>
          </a:xfrm>
          <a:prstGeom prst="rect">
            <a:avLst/>
          </a:prstGeom>
          <a:solidFill>
            <a:srgbClr val="F5F6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5661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.find(s)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743200" y="35661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 đầu tiên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37760" y="35661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"hello".find("l") → 2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3950208"/>
            <a:ext cx="82296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9502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.endswith(s)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743200" y="39502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thúc bằng?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37760" y="39502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"file.png".endswith(".png") → True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01 · LAB CHUỖI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4 ·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LAB: CHUẨN HÓA CMND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YÊU CẦU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hàm chuan_hoa_cmnd(s) — nhận chuỗi có khoảng trắng, gạch nối, ký tự lạ → trả chuỗi sạch chỉ còn số.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229600" cy="22860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77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Lời giải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chuan_hoa_cmnd(s):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s.strip()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s.replace("-", "")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s.replace(" ", "")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print(chuan_hoa_cmnd("  012-345-678-901  "))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012345678901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ĐỆ QUY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02 · BÚP BÊ NGA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4 ·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ĐỆ QUY = BÚP BÊ NGA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Ý TƯỞNG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1 con búp bê → bên trong có búp bê nhỏ hơn → mở tiếp... đến con bé nhất.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LỚN → giảm thành vấn đề NHỎ HƠN → đến trường hợp đơn giản nhất.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023360" cy="164592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BASE CASE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 DỪNG.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búp bê bé nhất.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→ lặp vô hạn → tràn stack.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834640"/>
            <a:ext cx="4023360" cy="164592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5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RECURSIVE CASE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2461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gọi CHÍNH NÓ với input nhỏ hơn.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tiến gần đến base case.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02 · GIAI THỪA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4 ·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ĐỆ QUY ĐẦU TIÊN: GIAI THỪA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Định nghĩa toán:    n! = n × (n-1)!         với    0! = 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12801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574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giai_thua(n):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== 0: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                    # base case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giai_thua(n-1)        # recursive case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114300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TRACE  giai_thua(4)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× giai_thua(3) → 4×3×giai_thua(2) → 4×3×2×giai_thua(1) → 4×3×2×1×1 = 24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02 · FIBONACCI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4 ·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FIBONACCI &amp; BẪY HIỆU NĂNG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Fibonacci đệ quy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fib(n):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fib(n-1) + fib(n-2)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2697480" cy="1554480"/>
          </a:xfrm>
          <a:prstGeom prst="rect">
            <a:avLst/>
          </a:prstGeom>
          <a:solidFill>
            <a:srgbClr val="FFFFFF"/>
          </a:solidFill>
          <a:ln w="2286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089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fib(30)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Vài giây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46120" y="2926080"/>
            <a:ext cx="2697480" cy="1554480"/>
          </a:xfrm>
          <a:prstGeom prst="rect">
            <a:avLst/>
          </a:prstGeom>
          <a:solidFill>
            <a:srgbClr val="FFFFFF"/>
          </a:solidFill>
          <a:ln w="2286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31089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fib(40)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46120" y="36576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Vài phút!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35040" y="2926080"/>
            <a:ext cx="2697480" cy="1554480"/>
          </a:xfrm>
          <a:prstGeom prst="rect">
            <a:avLst/>
          </a:prstGeom>
          <a:solidFill>
            <a:srgbClr val="FFFFFF"/>
          </a:solidFill>
          <a:ln w="2286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31089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fib(50)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35040" y="36576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Vài giờ!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Vì sao chậm? Buổi 6 sẽ phân tích bằng Big-O.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LẬP TRÌNH PHÒNG THỦ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3 LOẠI LỖI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4 ·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LOẠI LỖI TRONG PYTHON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SyntaxError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Cú pháp sai — Python không parse được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14630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= 5: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Exception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834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runtime — chạy đến mới biết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2560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int("abc"), 1/0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Lỗi LOGIC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chạy được nhưng kết quả SAI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36576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(a+b)/3 cho trung bình 2 số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TRY/EXCEPT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4 ·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try/except — KHÔNG SẬP KHI INPUT BẨN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023360" cy="182880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✗ KHÔNG PHÒNG THỦ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so_tien = float(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input("Số tiền: "))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Khách gõ "abc"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CHƯƠNG TRÌNH SẬP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 CÓ PHÒNG THỦ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 = float(input("Số: "))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ValueError: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print("Sai. Thử lại.")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QUY TẮC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Bắt LỖI CỤ THỂ trước (ValueError, KeyError...)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Bắt Exception tổng quát SAU — và dùng cẩn thận, dễ giấu bug.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ASSERT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4 ·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assert — KIỂM TRA GIẢ ĐỊNH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Bảo vệ hàm khỏi đầu vào sai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tinh_lai_don(goc, lai_suat, nam):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goc &gt;= 0,       "Số gốc không âm"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lai_suat &gt;= 0,  "Lãi suất không âm"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nam &gt;= 0,       "Số năm không âm"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goc * (1 + lai_suat/100 * nam)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4023360" cy="137160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assert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giả định nội bộ.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→ tôi (lập trình viên) đã sai.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108960"/>
            <a:ext cx="4023360" cy="1371600"/>
          </a:xfrm>
          <a:prstGeom prst="rect">
            <a:avLst/>
          </a:prstGeom>
          <a:solidFill>
            <a:srgbClr val="FFF3E0"/>
          </a:solidFill>
          <a:ln w="1524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try / except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lỗi từ bên ngoài.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→ người dùng/hệ thống.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 &amp; ÔN GIỮA KỲ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LAB TỔNG HỢP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4 ·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LAB: HỆ THỐNG NHẬP LIỆU KHÁCH HÀNG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371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tên → strip + viết hoa chữ cái đầu mỗi từ.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19659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CMND → chuẩn hóa (chỉ giữ số) + assert đủ 9 hoặc 12 chữ số.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5603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số tiền → try/except, lặp đến khi nhập đúng.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số tháng → tương tự số tiền.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7490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lãi (dùng hàm Buổi 3) + in báo cáo có format.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ÔN GIỮA KỲ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4 ·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KIỂM TRA GIỮA KỲ 1 — CHƯƠNG 1-4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THÔNG TIN ĐỀ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20 câu trắc nghiệm  ·  30 phút  ·  Không tài liệu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2697480" cy="210312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31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BIẾT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 câu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6118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niệm, cú pháp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2240280"/>
            <a:ext cx="2697480" cy="210312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331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HIỂU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46120" y="2743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 câu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246120" y="32461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36118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code đơn giản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2240280"/>
            <a:ext cx="2697480" cy="210312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331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ÁP DỤNG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35040" y="2743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câu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035040" y="32461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36118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phức tạp + viết biểu thức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ĐÁNH GIÁ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4 ·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CÂU MẪU + ĐÁP ÁN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 x = int("abc")     except ValueError:  x = 0      print(x)?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0          B. abc          C. Lỗi          D. None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f(n):  if n&lt;=1: return 1; return n*f(n-1)            f(4)?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4          B. 10          C. 24          D. Lỗi đệ quy vô hạn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ĐÁP ÁN: Câu 1 = A     ·     Câu 2 = C  (4! = 24)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TỔNG KẾT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4 ·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BTVN &amp; CẦU NỐI BUỔI 5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BÀI TẬP VỀ NHÀ + ÔN THI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Hoàn thiện chương trình nhập liệu khách hàng (try/except + assert).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Đệ quy: tong_chu_so(1234) → 10  ·  dao_chuoi("abc") → "cba".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Làm đề mẫu 03, 04 — chuẩn bị thi giữa kỳ.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15544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CÂU HỎI MỞ → BUỔI 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"Quản lý 1000 khách bằng list-of-list ngày càng rối: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["Lan", 100M, 12], ["Nam", 50M, 6]... Phần tử nào là gì?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Buổi sau: dùng ĐỐI TƯỢNG (class) để gom thuộc tính và hành vi."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CÁC EM ĐÃ HOÀN THÀNH BUỔI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CẢM ƠN VÀ</a:t>
            </a:r>
            <a:endParaRPr lang="en-US" sz="3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CHÚC THI TỐT!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288036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sau: Lập trình hướng đối tượng (OOP)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Hãy đặt câu hỏi nếu còn điều chưa rõ!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ĐỆ QUY, XỬ LÝ CHUỖI
&amp; LẬP TRÌNH PHÒNG THỦ</dc:title>
  <dc:subject>PptxGenJS Presentation</dc:subject>
  <dc:creator>Giảng viên KHMT</dc:creator>
  <cp:lastModifiedBy>Giảng viên KHMT</cp:lastModifiedBy>
  <cp:revision>1</cp:revision>
  <dcterms:created xsi:type="dcterms:W3CDTF">2026-05-10T10:37:44Z</dcterms:created>
  <dcterms:modified xsi:type="dcterms:W3CDTF">2026-05-10T10:37:44Z</dcterms:modified>
</cp:coreProperties>
</file>