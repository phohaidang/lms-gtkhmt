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BAF737 — GIỚI THIỆU KHOA HỌC MÁY TÍNH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SỐ 06 (CUỐI KHOÁ)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BIG-O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ĐỘ HIỆU QUẢ CHƯƠNG TRÌNH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· 5 giờ · Trọng tâm 22.5% đề thi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......................   ·   Năm học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MỤC TIÊU BUỔI HỌC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BUỔI HỌC, SINH VIÊN CÓ THỂ...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vì sao "code đúng" chưa đủ — còn cần "code đủ nhanh".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số phép tính cơ bản và đọc Big-O: O(1), O(log n), O(n), O(n²), O(2ⁿ).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thuật toán với độ phức tạp tương ứng.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hiệu suất list / dict / set; chọn cấu trúc dữ liệu phù hợp.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thời gian thực tế bằng module time và tối ưu code.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BUỔI 6 GỒM 4 PHẦN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VÌ SAO CẦN BIG-O?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19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shock: cùng việc — 0.001s vs 5 phút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BẢNG BIG-O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496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O(1), O(log n), O(n), O(n²), O(2ⁿ)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TỐI ƯU TRONG THỰC TẾ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273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set, đo benchmark, giải bí ẩn fib(40)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ÔN GIỮA KỲ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050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code + tổng kết khoá học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VÌ SAO CẦN BIG-O?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DEMO SHOCK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CÙNG MỘT VIỆC — TỐC ĐỘ KHÁC NHAU 100,000×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CÁCH CHẬM (list)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= list(range(10_000_000))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9_999_999 in ds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~0.2 giây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CÁCH NHANH (set)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ds_set = set(ds)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9_999_999 in ds_set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~0.000001 giây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E3F2FD"/>
          </a:solidFill>
          <a:ln w="2286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100,000×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"Hai đoạn code làm CÙNG MỘT VIỆC. Vì sao khác nhau khủng khiếp như vậy?"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ĐẾM PHÉP TÍNH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BIG-O = SỐ PHÉP TÍNH THEO 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O(1) — HẰNG SỐ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 + 1)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 * 2)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phép, không phụ thuộc 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011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O(n) — TUYẾN TÍNH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 phép, lặp n lần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QUY TẮC ĐẾM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BỎ hằng số:        O(3n) = O(n)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GIỮ bậc cao nhất:   O(n² + n) = O(n²)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Vòng lặp LỒNG:      n × n = O(n²)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BẢNG BIG-O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6 BIG-O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BIG-O THƯỜNG GẶP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gọi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thực tế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45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Hằng số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ds[5], set.add(), dict[key]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nhị phân (bisection)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Tuyến tính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560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list để tìm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17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Tuyến-log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mergesort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9456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phương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vòng for lồng nhau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945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Lũy thừa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đệ quy ngây thơ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SO SÁNH CON SỐ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 vs SỐ PHÉP TÍNH — CẢM NHẬN QUY MÔ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280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280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691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1691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1691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16916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94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2194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2194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vô hạn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2697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31920" y="2697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697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2697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00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1,000,000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28800" y="3200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0" y="3200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3200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10⁶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10¹² (giờ)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O(2ⁿ) chỉ chịu được n ≤ 30  ·  O(n²) chịu được n ≤ 10,000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BISECTION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TÌM TUYẾN TÍNH vs TÌM NHỊ PHÂN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21945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TUYẾN TÍNH — O(n)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tim(ds, x):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range(len(ds)):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ds[i] == x: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NHỊ PHÂN — O(log 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thap, cao = 0, len(ds)-1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thap &lt;= cao: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giua = (thap + cao)//2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ds[giua] == x: return giua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ds[giua] &lt; x: thap = giua+1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cao = giua-1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ta đã chơi trò "đoán số 1-1000 chỉ ~10 lần". Đó CHÍNH LÀ binary search — O(log n).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TỐI ƯU TRONG THỰC TẾ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LIST/DICT/SET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 vs dict vs set — CHỌN ĐÚNG = NHANH GẤP 100,000×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280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index/key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691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691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691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"x in s"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phần tử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697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cuối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phần tử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200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200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Code 1 đầu buổi chậm vì list tìm O(n).  Code 2 nhanh vì set tìm O(1).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FIB(40)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GIẢI BÍ ẨN: VÌ SAO fib(40) CHẬM?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 NGÂY THƠ — O(2ⁿ)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VÒNG LẶP — O(n)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fib_loop(n):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a+b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fib(30)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ngây thơ ~1s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~0.0001s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01752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fib(40)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35204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ngây thơ ~2 phút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~0.0002s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fib(1000)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35204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ngây thơ ✗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~0.001s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BENCHMARK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ĐO THỜI GIAN VỚI module time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Cú pháp đo benchmark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time.time()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đoạn code cần đo ...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= time.time()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print(f"Mất {end - start:.4f} giây")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30 GIÂY: TÍNH TỔNG 1 ĐẾN 1 TRIỆU — 3 CÁCH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for i in range(...): tong += i           ~0.05s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sum(range(...))                              ~0.005s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n*(n+1)//2                                   ~0.0000001s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ÔN GIỮA KỲ 2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SOI CODE — XÁC ĐỊNH BIG-O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325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in range(n):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tong +=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508760"/>
            <a:ext cx="182880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377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kq = []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ds: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x not in kq: kq.append(x)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60320"/>
            <a:ext cx="182880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429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list(set(ds))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3611880"/>
            <a:ext cx="18288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B và C cùng làm việc bỏ trùng. C nhanh hơn B nhờ dùng set.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(1/2)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range(n):    for j in range(n):    print(i+j)            Big-O?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O(n)          B. O(n²)          C. O(2n)          D. O(log 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nào CHẬM nhất?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ds[5] (list)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x in s (set)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 x in ds (list n phần tử)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 d["key"] (dict)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(2/2)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n = 1,000,000 — thuật toán nào KHÔNG khả thi trong vài giây?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O(n)          B. O(n log n)          C. O(n²)          D. O(log 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ĐÁP ÁN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1: B  (n × n = O(n²))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2: C  (list tìm tuyến tính O(n), các thao tác kia O(1))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3: C  (n² = 10¹² phép → mất hàng giờ)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ÔN GIỮA KỲ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KIỂM TRA GIỮA KỲ 2 — CHƯƠNG 4-6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TIN: 20 câu trắc nghiệm  ·  30 phút  ·  Bloom 40-40-20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697480" cy="21031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CH.4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 + try/except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giai_thua, fib, ValueError, assert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697480" cy="21031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194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CH.5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1089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class, __init__, super, override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97480" cy="210312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194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CH.6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Big-O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1089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Đếm phép tính, list/set/dict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TỔNG KẾT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 ·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BUỔI — HỆ THỐNG ĐÃ LỚN LÊN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lãi cho 1 khách (biến + toán tử)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874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nhiều khách (if + for + while)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377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thành hàm tái sử dụng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880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sập với dữ liệu bẩn (try/except + chuỗi)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383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bằng đối tượng (class + kế thừa)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886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được với 1 triệu khách (Big-O + tối ưu)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không phải đã thành lập trình viên sau 30 giờ — nhưng có nền tảng để học tiếp."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KẾT THÚC KHOÁ HỌC BAF737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CẢM ƠN CÁC EM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VÀ HẸN GẶP LẠI!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tiếp theo: Python nâng cao · AI · Phân tích dữ liệu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đặt câu hỏi nếu còn điều chưa rõ!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BIG-O
&amp; ĐỘ HIỆU QUẢ CHƯƠNG TRÌNH</dc:title>
  <dc:subject>PptxGenJS Presentation</dc:subject>
  <dc:creator>Giảng viên KHMT</dc:creator>
  <cp:lastModifiedBy>Giảng viên KHMT</cp:lastModifiedBy>
  <cp:revision>1</cp:revision>
  <dcterms:created xsi:type="dcterms:W3CDTF">2026-05-10T10:42:53Z</dcterms:created>
  <dcterms:modified xsi:type="dcterms:W3CDTF">2026-05-10T10:42:53Z</dcterms:modified>
</cp:coreProperties>
</file>