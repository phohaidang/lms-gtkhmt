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BAF737 — GIỚI THIỆU KHOA HỌC MÁY TÍNH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GIẢNG SỐ 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417320"/>
            <a:ext cx="4572000" cy="182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CẤU TRÚC ĐIỀU KHIỂN</a:t>
            </a:r>
            <a:endParaRPr lang="en-US" sz="2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&amp; VÒNG LẶP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Thời lượng 5 giờ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......................   ·   Năm học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MỤC TIÊU BUỔI HỌC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SAU BUỔI HỌC, SINH VIÊN CÓ THỂ...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thành thạo toán tử so sánh (==, !=, &lt;, &gt;) và toán tử logic (and, or, not).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và viết bảng sự thật cho các phép logic, hiểu cơ chế short-circuit.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cấu trúc rẽ nhánh if / if-else / if-elif-else cho nhiều tình huống.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vòng lặp for (số lần biết trước) và while (lặp đến khi điều kiện sai).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kỹ thuật bisection (chia đôi) để tìm nghiệm gần đúng.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NỘI DUNG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BUỔI 2 GỒM 4 PHẦN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1417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LOGIC &amp; SO SÁNH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7190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 tử so sánh, and/or/not, bảng sự thật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0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RẼ NHÁNH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4963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if-else, if-elif-else qua bài gói tiết kiệm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VÒNG LẶP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2735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while, range(), khi nào dùng cái nào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BISECTION &amp; LAB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0507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Trò chơi đoán số, lab tổng hợp, trắc nghiệm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LOGIC &amp; SO SÁNH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SITUATION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 ĐÃ DÙNG ATM CHƯA?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rút 50.000đ. Tài khoản chỉ còn 30.000đ.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Máy ATM phản ứng thế nào?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CÂU HỎI THẢO LUẬN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"Vì sao máy biết phải báo lỗi mà không cứ thế trừ tiền?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đã làm phép so sánh nào?"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TOÁN TỬ SO SÁNH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TOÁN TỬ SO SÁNH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 tử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gọi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423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3736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Nhỏ hơn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423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&lt;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73736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Lớn hơn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 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2788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73736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Nhỏ hơn hoặc bằng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&lt;=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73736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Lớn hơn hoặc bằng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3520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&gt;= 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3520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BẪY LỚN: dấu = (gán) ≠ ==  (so sánh). x = 5 KHÁC if x == 5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LOGIC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BẢNG SỰ THẬT — and / or / not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 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1828800"/>
            <a:ext cx="76809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8288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18288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18288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2240280"/>
            <a:ext cx="7680960" cy="41148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2240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2240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2651760"/>
            <a:ext cx="76809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651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94560" y="2651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74720" y="2651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2651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2651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3063240"/>
            <a:ext cx="7680960" cy="41148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19456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74720" y="3063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20640" y="3063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6656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Mẹo nhớ: and = cả 2 đúng · or = ít nhất 1 đúng · not = đảo ngược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SHORT-CIRCUIT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VÌ SAO KHÔNG LỖI CHIA CHO 0?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[1]: Jupyter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&gt; 0 and (10 / x) &gt; 1: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print("OK")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Không lỗi! Vì x &gt; 0 đã False, Python bỏ qua phần sau.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KHÁI NIỆM: SHORT-CIRCUIT EVALUATION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and B  →  Nếu A False, Python BỎ QUA B (kết quả chắc chắn False).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or B   →  Nếu A True, Python BỎ QUA B (kết quả chắc chắn True).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Đề thi rất thích dạng này!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RẼ NHÁNH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CẤU TRÚC IF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CẤU TRÚC if / if-else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if  (1 nhánh)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điều_kiện: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việc_cần_làm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if-else  (2 nhánh)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điều_kiện: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việc_A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việc_B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Ví dụ: ATM kiểm tra số dư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so_du = 30000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so_rut = 50000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so_rut &lt;= so_du: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print("Rút thành công")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print("Số dư không đủ")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IF-ELIF-ELSE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BÀI THỰC: GÓI TIẾT KIỆM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3E0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ĐỀ BÀI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 có 3 gói: &lt;6 tháng→4%, 6-12 tháng→5.5%, &gt;12 tháng→7%.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chương trình hỏi số tháng → in lãi suất áp dụng.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21945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Lời giải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thang = int(input("Số tháng gửi: "))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thang &lt; 6: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lai = 4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thang &lt;= 12: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lai = 5.5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lai = 7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print("Lãi suất:", lai, "%/năm")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BẪY ELIF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VÌ SAO  elif thang &lt;= 12   ĐỦ?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ELIF CHỈ CHẠY KHI IF TRƯỚC ĐÃ SAI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vào nhánh elif, Python ĐÃ biết thang &gt;= 6.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Nên chỉ cần kiểm tra thang &lt;= 12 là đủ — KHÔNG cần 6 &lt;= thang &lt;= 12.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023360" cy="210312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✗ DƯ THỪA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thang &lt; 6: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lai = 4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6 &lt;= thang &lt;= 12: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lai = 5.5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lai = 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4023360" cy="21031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ĐẸP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8803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thang &lt; 6: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lai = 4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thang &lt;= 12: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lai = 5.5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lai = 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VÒNG LẶP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FOR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VÒNG LẶP for — DUYỆT TỪNG PHẦN TỬ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Duyệt danh sách khách hàng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khach = ["Lan", "Nam", "Hoa", "Bình", "An"]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ten in khach: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print("Chào", ten)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range() — CÔNG CỤ ĐẾM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range(5)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0, 1, 2, 3, 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6)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1, 2, 3, 4,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range(0, 10, 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4114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0, 2, 4, 6, 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WHILE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while — LẶP ĐẾN KHI ĐIỀU KIỆN SAI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3E0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HUỐNG: Nhập sai PIN ATM 3 lần → khóa thẻ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24688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ATM PIN check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pin_dung = "1234"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so_lan = 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so_lan &lt; 3: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 = input("Nhập PIN: ")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pin == pin_dung: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print("Đúng")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so_lan = so_lan + 1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print("Khóa thẻ")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SO SÁNH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 vs while — KHI NÀO DÙNG CÁI NÀO?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023360" cy="30175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TRƯỚC SỐ LẦN LẶP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Duyệt danh sách 5 khách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bảng cửu chương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Tính tổng từ 1 đến 100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range(start, stop, step)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30175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while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 ĐẾN KHI ĐIỀU KIỆN SAI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Nhập sai PIN nhiều lần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Game đoán số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Đọc đến hết file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Tìm nghiệm bằng bisection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BẪY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VÒNG LẶP VÔ HẠN — BẪY CHẾT NGƯỜI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182880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✗ SAI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5: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QUÊN i = i + 1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Vô hạn!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ĐÚNG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5: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i + 1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THOÁT KHẨN CẤP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Terminal:    Ctrl + C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Jupyter:     Kernel → Interrupt   (hoặc nút ⏹)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BISECTION &amp; LAB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BISECTION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TRÒ CHƠI: ĐOÁN SỐ 1 ĐẾN 1000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 đoán số nào đầu tiên?  500.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sao?  Vì nó loại được phân nửa khả năng."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2697480" cy="1828800"/>
          </a:xfrm>
          <a:prstGeom prst="rect">
            <a:avLst/>
          </a:prstGeom>
          <a:solidFill>
            <a:srgbClr val="FFFFFF"/>
          </a:solidFill>
          <a:ln w="2286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tìm kiếm ban đầu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423160"/>
            <a:ext cx="2697480" cy="1828800"/>
          </a:xfrm>
          <a:prstGeom prst="rect">
            <a:avLst/>
          </a:prstGeom>
          <a:solidFill>
            <a:srgbClr val="FFFFFF"/>
          </a:solidFill>
          <a:ln w="2286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606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46120" y="32918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đoán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3657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để tìm ra đáp án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423160"/>
            <a:ext cx="2697480" cy="1828800"/>
          </a:xfrm>
          <a:prstGeom prst="rect">
            <a:avLst/>
          </a:prstGeom>
          <a:solidFill>
            <a:srgbClr val="FFFFFF"/>
          </a:solidFill>
          <a:ln w="2286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606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log₂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035040" y="32918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3657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log₂(1000) ≈ 10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BISECTION CODE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TÌM √25 BẰNG BISECTION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Bisection cho căn bậc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25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thap = 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cao = x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doan = (thap + cao) / 2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abs(doan**2 - x) &gt; 0.001: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doan**2 &lt; x: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thap = doan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cao = doan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doan = (thap + cao) / 2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print("√25 ≈", doan)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KẾT QUẢ:  √25 ≈ 5.0  (chỉ sau ~13 lần lặp)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LAB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LAB: TÍNH LÃI CHO 5 KHÁCH HÀNG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ĐỀ BÀI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3 list: khach, tien_gui, thang_gui (mỗi list 5 phần tử).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đúng gói lãi suất theo số tháng → in tên + tiền cuối kỳ.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Kết hợp for + if-elif-else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range(len(khach)):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thang = thang_gui[i]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  thang &lt; 6:   lai = 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thang &lt;= 12: lai = 5.5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      lai = 7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cuoi = tien_gui[i] * (1 + lai/100 * thang/12)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print(khach[i], ":", cuoi)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TRẮC NGHIỆM CUỐI BUỔI (1/2)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lần lặp của vòng  for i in range(2, 10, 3):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2          B. 3          C. 4          D. 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 = 0\nfor i in range(1, 5):\n    tong = tong + i      Giá trị tong?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6          B. 10          C. 15          D. 5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TRẮC NGHIỆM CUỐI BUỔI (2/2)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thức kiểm tra tuổi từ 18 đến 65 (bao gồm) đúng?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 18 &lt; tuoi &lt; 65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 tuoi &gt;= 18 and tuoi &lt;= 65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  tuoi &gt;= 18 or tuoi &lt;= 65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ĐÁP ÁN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1: B  (i = 2, 5, 8 — 3 lần)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2: B  (1+2+3+4 = 10)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3: B  (&gt;= và &lt;= bao gồm cả 2 đầu)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TỔNG KẾT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 ·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BTVN &amp; CẦU NỐI BUỔI 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BÀI TẬP VỀ NHÀ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Cho 3 lần đoán mật khẩu (while).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bảng cửu chương 2-9 (2 vòng for lồng nhau).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Đếm số chẵn trong list 10 số (for + if).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CÂU HỎI MỞ → BUỔI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"Phần if-elif tính lãi đã xuất hiện 3 lần trong code.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phải dùng nó ở 10 chỗ nữa — chẳng lẽ copy 10 lần?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sau: cách viết MỘT LẦN, DÙNG NHIỀU LẦN — đó là HÀM."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CÁC EM ĐÃ HOÀN THÀNH BUỔI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CẢM ƠN VÀ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HẸN GẶP LẠI BUỔI 3!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sau: Hàm — đóng gói code, viết một lần dùng nhiều lần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Hãy đặt câu hỏi nếu còn điều chưa rõ!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ĐIỀU KHIỂN
&amp; VÒNG LẶP</dc:title>
  <dc:subject>PptxGenJS Presentation</dc:subject>
  <dc:creator>Giảng viên KHMT</dc:creator>
  <cp:lastModifiedBy>Giảng viên KHMT</cp:lastModifiedBy>
  <cp:revision>1</cp:revision>
  <dcterms:created xsi:type="dcterms:W3CDTF">2026-05-10T10:32:11Z</dcterms:created>
  <dcterms:modified xsi:type="dcterms:W3CDTF">2026-05-10T10:32:11Z</dcterms:modified>
</cp:coreProperties>
</file>